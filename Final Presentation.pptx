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63" r:id="rId5"/>
    <p:sldId id="261" r:id="rId6"/>
    <p:sldId id="260" r:id="rId7"/>
    <p:sldId id="259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79" autoAdjust="0"/>
  </p:normalViewPr>
  <p:slideViewPr>
    <p:cSldViewPr snapToGrid="0">
      <p:cViewPr varScale="1">
        <p:scale>
          <a:sx n="93" d="100"/>
          <a:sy n="93" d="100"/>
        </p:scale>
        <p:origin x="821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47F11-78CE-484F-956B-A73DAD845E7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1974D-6BEA-47F2-A61A-8BD48F0874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5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243E0-C7AA-D36A-9977-614230FC4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A507E2-5E23-7CFD-F964-A58BA3BE5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809BAF-5DB6-3368-E9D7-AD7E72BD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1971C-E48A-02A4-3178-F3C3BB1A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82501D-80A9-BD1A-FB89-F1EEAEF0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8CAF2-A0D1-4D01-3253-3459E55B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31F73-60C4-A51B-5BF9-6B9FE0943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2A5A36-18DA-9866-A3D3-4EC4EB8A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DE14B2-3421-7797-B3DA-5812B05E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8FE211-9B54-B9F1-A460-8804CFD5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9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57140-8C39-9A62-FD36-DD8EA73B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220CFA-C62B-3CEE-EE9A-9126A59AC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D45CD-F494-608B-701A-607FB567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44202E-AA11-BADD-FFC9-B5F995AF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B13966-45FE-8EDC-20B6-FF156845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817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7098F-4388-C0B2-0267-75C13D78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5C589-6451-60C1-08FA-328DC1803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D82BAA-24A0-692E-D4A6-85F9358A8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6B427C-2603-25A9-FF73-6C3BA0A1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F4F653-EA2D-135A-E6CD-85728244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0DBBE9-D7C2-9DBF-709C-2323A3A1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97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88C2D-2EBA-E383-01D2-BAE75651F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8362BA-7BE9-0F45-BB2B-E664E16FA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E9D67-D04B-A59D-B2A6-734325DAF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015B74-951D-9B76-4EA0-EC144F179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7420E3-FEE3-DA7A-16A1-BC49102DD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8E8939-1609-2ACB-6D13-873B27D78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97E7D0-0BB9-D9AA-4F6E-5D9BA6CC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3EE5DB-8632-1432-CCED-EC2A113C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61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A846D-55AF-ED2D-BB89-4373CFE2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884264-7900-3C6C-56D7-36A883DC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E5E1DD-49EE-18B7-C5B9-E35CB5C5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51F018-615F-7681-746B-7E78327A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7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28AE85-CD81-B898-F1AB-DC6331AF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7864FA-D837-6576-BF3C-4B859977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4610CD-FE19-F030-CEA6-652C1C49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20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78744-1D29-9CB5-08EB-99104580A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DCF044-59F5-27E2-D5C1-997796B6B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52A4CA-62D9-895C-0D7B-DF697093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179B04-0813-F936-86ED-55A0399D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5F8BE6-3C69-4753-93F8-133160E95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154BB4-A3CF-2D45-681E-0CEA4D61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79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465A9-5D69-29A7-45F3-AF93D9AF5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043B0B-EAA3-5981-5167-B610C65AC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0B9086-A569-1507-2982-F32BA8E81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A26CAD-F5FA-CD45-7FE0-AB1FE367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E9CFD4-B346-1364-59A4-58528F39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A17D43-75A2-FC7E-8FEA-34FAD07C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53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4D180-A694-506B-ADFA-BDAC45E8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3BE8F4-A09A-C891-2B67-5A6292B2E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CF1D6E-28EC-EE88-1CB8-5A092AC0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62A1F0-E8BC-0881-F5E1-75DA9ACDB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7AD8DC-CDCC-C75D-8243-9495DED0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17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55ABC2-D56E-3F2E-77DF-BCFF55819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A59368-4810-0E44-9EEE-7734E9F9C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A7A066-26F7-BE79-6E73-DC0D883B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80C26-C801-A214-9800-99FB6619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8FD8E-4E32-28E0-6CBA-02672B45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84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59A3F2-598D-F107-77E7-91E1B0D5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28DFFA-3918-0912-834F-F87B25A29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357702-DA40-2F2F-51A6-A7837FB1D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DE455-6D24-4FC7-9983-73843FC27B8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4E090-77C6-C903-8A77-C4EE00921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54CA1D-867E-82B2-6CD9-B2A5B7569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57079-92CF-4BAC-806C-43FBED6049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15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jpg"/><Relationship Id="rId21" Type="http://schemas.openxmlformats.org/officeDocument/2006/relationships/image" Target="../media/image28.jpg"/><Relationship Id="rId7" Type="http://schemas.openxmlformats.org/officeDocument/2006/relationships/image" Target="../media/image14.jp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image" Target="../media/image9.jpg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11" Type="http://schemas.openxmlformats.org/officeDocument/2006/relationships/image" Target="../media/image18.jpg"/><Relationship Id="rId5" Type="http://schemas.openxmlformats.org/officeDocument/2006/relationships/image" Target="../media/image12.jp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13" Type="http://schemas.openxmlformats.org/officeDocument/2006/relationships/image" Target="../media/image40.jpg"/><Relationship Id="rId18" Type="http://schemas.openxmlformats.org/officeDocument/2006/relationships/image" Target="../media/image45.jpg"/><Relationship Id="rId3" Type="http://schemas.openxmlformats.org/officeDocument/2006/relationships/image" Target="../media/image30.jpg"/><Relationship Id="rId21" Type="http://schemas.openxmlformats.org/officeDocument/2006/relationships/image" Target="../media/image48.jpg"/><Relationship Id="rId7" Type="http://schemas.openxmlformats.org/officeDocument/2006/relationships/image" Target="../media/image34.jpg"/><Relationship Id="rId12" Type="http://schemas.openxmlformats.org/officeDocument/2006/relationships/image" Target="../media/image39.jpg"/><Relationship Id="rId17" Type="http://schemas.openxmlformats.org/officeDocument/2006/relationships/image" Target="../media/image44.jpg"/><Relationship Id="rId2" Type="http://schemas.openxmlformats.org/officeDocument/2006/relationships/image" Target="../media/image29.jpg"/><Relationship Id="rId16" Type="http://schemas.openxmlformats.org/officeDocument/2006/relationships/image" Target="../media/image43.jpg"/><Relationship Id="rId20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11" Type="http://schemas.openxmlformats.org/officeDocument/2006/relationships/image" Target="../media/image38.jpg"/><Relationship Id="rId5" Type="http://schemas.openxmlformats.org/officeDocument/2006/relationships/image" Target="../media/image32.jpg"/><Relationship Id="rId15" Type="http://schemas.openxmlformats.org/officeDocument/2006/relationships/image" Target="../media/image42.jpg"/><Relationship Id="rId10" Type="http://schemas.openxmlformats.org/officeDocument/2006/relationships/image" Target="../media/image37.jpg"/><Relationship Id="rId19" Type="http://schemas.openxmlformats.org/officeDocument/2006/relationships/image" Target="../media/image46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Relationship Id="rId14" Type="http://schemas.openxmlformats.org/officeDocument/2006/relationships/image" Target="../media/image4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A607A-3E9F-D712-5152-5CE7C39B5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09373"/>
          </a:xfrm>
        </p:spPr>
        <p:txBody>
          <a:bodyPr/>
          <a:lstStyle/>
          <a:p>
            <a:r>
              <a:rPr lang="en-US" altLang="ko-KR"/>
              <a:t>Final </a:t>
            </a:r>
            <a:r>
              <a:rPr lang="en-US" altLang="ko-KR" dirty="0"/>
              <a:t>Presentation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127BFB-552D-B2A0-AA37-BD954C705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Siwan Jin</a:t>
            </a:r>
          </a:p>
          <a:p>
            <a:r>
              <a:rPr lang="en-US" altLang="ko-KR" dirty="0" err="1"/>
              <a:t>Sungwon</a:t>
            </a:r>
            <a:r>
              <a:rPr lang="en-US" altLang="ko-KR" dirty="0"/>
              <a:t> Kim</a:t>
            </a:r>
          </a:p>
          <a:p>
            <a:r>
              <a:rPr lang="en-US" altLang="ko-KR" dirty="0" err="1"/>
              <a:t>Donguk</a:t>
            </a:r>
            <a:r>
              <a:rPr lang="en-US" altLang="ko-KR" dirty="0"/>
              <a:t> Chae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3815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031E3-1933-7258-2FAD-712A458E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Final Architecture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165F592-6388-1E28-0455-4F4930D0A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54" y="1856792"/>
            <a:ext cx="5465756" cy="440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52776B8-F7C8-6824-7CDE-D0891B986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031" y="1782147"/>
            <a:ext cx="6159559" cy="447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432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C721-08EC-DE78-C2BF-31201F405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8558C-F309-54D9-3C33-EB50E455B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Implementation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457FC1-33E6-9F85-3136-82F6EE8B1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58"/>
          <a:stretch>
            <a:fillRect/>
          </a:stretch>
        </p:blipFill>
        <p:spPr>
          <a:xfrm>
            <a:off x="838200" y="1539604"/>
            <a:ext cx="2654086" cy="51398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C7B5115-938D-7C2E-2AF8-4F4B801D5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83" y="1804734"/>
            <a:ext cx="3161186" cy="46096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88E5AC1-EEB3-5417-CD3F-4B1E16120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724" y="1804733"/>
            <a:ext cx="2956929" cy="460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6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CF9E-DB40-26D0-798D-132A6262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9AB67-B86A-0CF2-4FCD-0901298F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How to run the program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F8BA76-8B0C-EB3B-487B-A37B80C7D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368"/>
            <a:ext cx="10515600" cy="5283506"/>
          </a:xfrm>
        </p:spPr>
        <p:txBody>
          <a:bodyPr/>
          <a:lstStyle/>
          <a:p>
            <a:r>
              <a:rPr lang="en-US" altLang="ko-KR" sz="2400" dirty="0"/>
              <a:t>Starting Master</a:t>
            </a:r>
          </a:p>
          <a:p>
            <a:pPr marL="0" indent="0">
              <a:buNone/>
            </a:pPr>
            <a:r>
              <a:rPr lang="en-US" altLang="ko-KR" sz="2400" dirty="0"/>
              <a:t>  number of executing worker</a:t>
            </a:r>
          </a:p>
          <a:p>
            <a:pPr marL="0" indent="0">
              <a:buNone/>
            </a:pP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Starting Worker</a:t>
            </a:r>
          </a:p>
          <a:p>
            <a:pPr marL="0" indent="0">
              <a:buNone/>
            </a:pPr>
            <a:r>
              <a:rPr lang="en-US" altLang="ko-KR" sz="2400" dirty="0"/>
              <a:t>  dataset size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Starts when all Workers are executed</a:t>
            </a:r>
            <a:endParaRPr lang="ko-KR" altLang="en-US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A7B1485-87A3-C512-C054-56702AD97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96" y="2293836"/>
            <a:ext cx="9116008" cy="1387218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FF6D07-77B8-57E9-0F4E-D5288C8CD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750"/>
          <a:stretch>
            <a:fillRect/>
          </a:stretch>
        </p:blipFill>
        <p:spPr>
          <a:xfrm>
            <a:off x="1156996" y="5017605"/>
            <a:ext cx="9449396" cy="49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8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8678-3EBA-6651-E15F-A683EDA23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E6534-0891-5341-A617-89F1A40D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How to run the program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A93BC-F2E8-2DE2-1EE0-9EB4102F2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234"/>
            <a:ext cx="10515600" cy="5116358"/>
          </a:xfrm>
        </p:spPr>
        <p:txBody>
          <a:bodyPr/>
          <a:lstStyle/>
          <a:p>
            <a:r>
              <a:rPr lang="en-US" altLang="ko-KR" dirty="0"/>
              <a:t>Result checking</a:t>
            </a:r>
          </a:p>
          <a:p>
            <a:pPr lvl="1"/>
            <a:r>
              <a:rPr lang="en-US" altLang="ko-KR" dirty="0"/>
              <a:t>Sorting results</a:t>
            </a:r>
            <a:r>
              <a:rPr lang="ko-KR" altLang="en-US" dirty="0"/>
              <a:t> </a:t>
            </a:r>
            <a:r>
              <a:rPr lang="en-US" altLang="ko-KR" dirty="0"/>
              <a:t>-&gt; java </a:t>
            </a:r>
            <a:r>
              <a:rPr lang="en-US" altLang="ko-KR" dirty="0" err="1"/>
              <a:t>sortcheck</a:t>
            </a:r>
            <a:r>
              <a:rPr lang="en-US" altLang="ko-KR" dirty="0"/>
              <a:t> class</a:t>
            </a:r>
            <a:r>
              <a:rPr lang="ko-KR" altLang="en-US" dirty="0"/>
              <a:t> </a:t>
            </a:r>
            <a:r>
              <a:rPr lang="en-US" altLang="ko-KR" dirty="0" err="1"/>
              <a:t>func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en-US" altLang="ko-KR" dirty="0"/>
              <a:t>Total</a:t>
            </a:r>
            <a:r>
              <a:rPr lang="ko-KR" altLang="en-US" dirty="0"/>
              <a:t> </a:t>
            </a:r>
            <a:r>
              <a:rPr lang="en-US" altLang="ko-KR" dirty="0"/>
              <a:t>records</a:t>
            </a:r>
            <a:r>
              <a:rPr lang="ko-KR" altLang="en-US" dirty="0"/>
              <a:t> </a:t>
            </a:r>
            <a:r>
              <a:rPr lang="en-US" altLang="ko-KR" dirty="0"/>
              <a:t>-&gt; check capacity sum by ls -l</a:t>
            </a:r>
            <a:endParaRPr lang="ko-KR" altLang="en-US" dirty="0"/>
          </a:p>
          <a:p>
            <a:pPr lvl="1"/>
            <a:r>
              <a:rPr lang="en-US" altLang="ko-KR" dirty="0"/>
              <a:t>Record order -&gt; tail -c 100 head -c 100 compare it directly</a:t>
            </a:r>
            <a:endParaRPr lang="ko-KR" altLang="en-US" dirty="0"/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5ACA50-B312-4229-F584-F06182CDB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41"/>
          <a:stretch>
            <a:fillRect/>
          </a:stretch>
        </p:blipFill>
        <p:spPr>
          <a:xfrm>
            <a:off x="1275297" y="3069821"/>
            <a:ext cx="7168907" cy="1450661"/>
          </a:xfrm>
          <a:prstGeom prst="rect">
            <a:avLst/>
          </a:prstGeom>
        </p:spPr>
      </p:pic>
      <p:pic>
        <p:nvPicPr>
          <p:cNvPr id="10" name="그림 9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3A059D-9586-6DB5-8B49-93BEED5B8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297" y="4588203"/>
            <a:ext cx="5732899" cy="145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7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730B8-944C-83D2-6129-DD969EBC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293431-2540-4A73-B62F-18741D34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35485E-DAF5-E255-38C3-05C6F7FA2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328" y="1101674"/>
            <a:ext cx="10515600" cy="5429300"/>
          </a:xfrm>
        </p:spPr>
        <p:txBody>
          <a:bodyPr/>
          <a:lstStyle/>
          <a:p>
            <a:r>
              <a:rPr lang="en-US" altLang="ko-KR" dirty="0"/>
              <a:t>Small – all successful!!</a:t>
            </a:r>
            <a:endParaRPr lang="ko-KR" altLang="en-US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CB983C-867B-9A5B-75A1-C8DEA1D3D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63" y="1790950"/>
            <a:ext cx="2447335" cy="853832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7A91BD-9D19-FE75-96FD-34819976F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124" y="1774959"/>
            <a:ext cx="2650782" cy="886148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D4F2BC-ACFA-BCF0-CB72-DC8405A8ED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994" y="1731957"/>
            <a:ext cx="2447335" cy="867734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875003-4338-F559-B555-B42A4300F2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237" y="1693721"/>
            <a:ext cx="2500735" cy="886147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335AF7-D982-0027-1E55-9411FA4B98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14" y="2774930"/>
            <a:ext cx="2664265" cy="857903"/>
          </a:xfrm>
          <a:prstGeom prst="rect">
            <a:avLst/>
          </a:prstGeom>
        </p:spPr>
      </p:pic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489559-E999-071B-8D21-012E3AA02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716" y="2747715"/>
            <a:ext cx="2490708" cy="854563"/>
          </a:xfrm>
          <a:prstGeom prst="rect">
            <a:avLst/>
          </a:prstGeom>
        </p:spPr>
      </p:pic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514C0B-9F54-A1B4-42FD-C238A92F47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574" y="2702718"/>
            <a:ext cx="2624159" cy="866325"/>
          </a:xfrm>
          <a:prstGeom prst="rect">
            <a:avLst/>
          </a:prstGeom>
        </p:spPr>
      </p:pic>
      <p:pic>
        <p:nvPicPr>
          <p:cNvPr id="19" name="그림 1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340937-2BC6-9044-A8EB-BCC3562589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006" y="2682895"/>
            <a:ext cx="2507966" cy="886148"/>
          </a:xfrm>
          <a:prstGeom prst="rect">
            <a:avLst/>
          </a:prstGeom>
        </p:spPr>
      </p:pic>
      <p:pic>
        <p:nvPicPr>
          <p:cNvPr id="21" name="그림 2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17E35D-2664-A28A-B46F-8A158EB2E3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84" y="3707690"/>
            <a:ext cx="2436351" cy="905884"/>
          </a:xfrm>
          <a:prstGeom prst="rect">
            <a:avLst/>
          </a:prstGeom>
        </p:spPr>
      </p:pic>
      <p:pic>
        <p:nvPicPr>
          <p:cNvPr id="23" name="그림 2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18EDDF-1FAC-2140-0EC2-6B655F232B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187" y="3719441"/>
            <a:ext cx="2702237" cy="886148"/>
          </a:xfrm>
          <a:prstGeom prst="rect">
            <a:avLst/>
          </a:prstGeom>
        </p:spPr>
      </p:pic>
      <p:pic>
        <p:nvPicPr>
          <p:cNvPr id="25" name="그림 2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F290CC-860A-B14F-6183-75D05C58F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585" y="3672070"/>
            <a:ext cx="2719762" cy="928193"/>
          </a:xfrm>
          <a:prstGeom prst="rect">
            <a:avLst/>
          </a:prstGeom>
        </p:spPr>
      </p:pic>
      <p:pic>
        <p:nvPicPr>
          <p:cNvPr id="27" name="그림 2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CF6FA9-24C9-EF59-8BA9-84F5278A64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636" y="3672070"/>
            <a:ext cx="2651160" cy="953422"/>
          </a:xfrm>
          <a:prstGeom prst="rect">
            <a:avLst/>
          </a:prstGeom>
        </p:spPr>
      </p:pic>
      <p:pic>
        <p:nvPicPr>
          <p:cNvPr id="29" name="그림 2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49B6D3-7135-10E0-7CC6-684BA3C02FC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84" y="4780972"/>
            <a:ext cx="2564792" cy="922623"/>
          </a:xfrm>
          <a:prstGeom prst="rect">
            <a:avLst/>
          </a:prstGeom>
        </p:spPr>
      </p:pic>
      <p:pic>
        <p:nvPicPr>
          <p:cNvPr id="31" name="그림 3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831FB6-87E2-FAF1-F0CC-81EC5030F07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256" y="4778805"/>
            <a:ext cx="2690810" cy="910617"/>
          </a:xfrm>
          <a:prstGeom prst="rect">
            <a:avLst/>
          </a:prstGeom>
        </p:spPr>
      </p:pic>
      <p:pic>
        <p:nvPicPr>
          <p:cNvPr id="33" name="그림 3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476866-DCCE-29BC-F43F-B5E17E6BC0B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575" y="4757426"/>
            <a:ext cx="2515754" cy="898658"/>
          </a:xfrm>
          <a:prstGeom prst="rect">
            <a:avLst/>
          </a:prstGeom>
        </p:spPr>
      </p:pic>
      <p:pic>
        <p:nvPicPr>
          <p:cNvPr id="35" name="그림 3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2FE55A-724D-57C1-C397-30066627732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348" y="4749317"/>
            <a:ext cx="2472890" cy="912190"/>
          </a:xfrm>
          <a:prstGeom prst="rect">
            <a:avLst/>
          </a:prstGeom>
        </p:spPr>
      </p:pic>
      <p:pic>
        <p:nvPicPr>
          <p:cNvPr id="37" name="그림 3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ADDA38-158C-377F-F47D-03018D2C724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84" y="5870993"/>
            <a:ext cx="2576445" cy="856347"/>
          </a:xfrm>
          <a:prstGeom prst="rect">
            <a:avLst/>
          </a:prstGeom>
        </p:spPr>
      </p:pic>
      <p:pic>
        <p:nvPicPr>
          <p:cNvPr id="39" name="그림 3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425E78-F591-937F-69B9-CFB54DF8AE1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91" y="5850511"/>
            <a:ext cx="2399071" cy="897309"/>
          </a:xfrm>
          <a:prstGeom prst="rect">
            <a:avLst/>
          </a:prstGeom>
        </p:spPr>
      </p:pic>
      <p:pic>
        <p:nvPicPr>
          <p:cNvPr id="41" name="그림 4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8D2DF6-61C9-53CA-226A-E4D2341E597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860" y="5827534"/>
            <a:ext cx="2399072" cy="911833"/>
          </a:xfrm>
          <a:prstGeom prst="rect">
            <a:avLst/>
          </a:prstGeom>
        </p:spPr>
      </p:pic>
      <p:pic>
        <p:nvPicPr>
          <p:cNvPr id="43" name="그림 4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41EDB7-3F36-2807-9894-6628EC31F16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347" y="5835213"/>
            <a:ext cx="2526891" cy="90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2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FCA95-CEC5-2D4D-F7D3-EB0AA371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CCB5-C7EF-02DA-655E-4B5008D6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F44600-8FFA-9557-2806-796C7C695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87" y="1165684"/>
            <a:ext cx="10515600" cy="5283506"/>
          </a:xfrm>
        </p:spPr>
        <p:txBody>
          <a:bodyPr/>
          <a:lstStyle/>
          <a:p>
            <a:r>
              <a:rPr lang="en-US" altLang="ko-KR" dirty="0"/>
              <a:t>Big – all successful!</a:t>
            </a:r>
            <a:endParaRPr lang="ko-KR" altLang="en-US" dirty="0"/>
          </a:p>
        </p:txBody>
      </p:sp>
      <p:pic>
        <p:nvPicPr>
          <p:cNvPr id="45" name="그림 4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FF713-2BB6-CB01-0888-AD88A168B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08" y="1713872"/>
            <a:ext cx="2886380" cy="995689"/>
          </a:xfrm>
          <a:prstGeom prst="rect">
            <a:avLst/>
          </a:prstGeom>
        </p:spPr>
      </p:pic>
      <p:pic>
        <p:nvPicPr>
          <p:cNvPr id="47" name="그림 4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93C0BF-8BD4-CA9F-FA7C-EA0808187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773" y="1742938"/>
            <a:ext cx="2661549" cy="973675"/>
          </a:xfrm>
          <a:prstGeom prst="rect">
            <a:avLst/>
          </a:prstGeom>
        </p:spPr>
      </p:pic>
      <p:pic>
        <p:nvPicPr>
          <p:cNvPr id="49" name="그림 4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889F4C-0094-E56E-2F0D-9EE690071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403" y="1718744"/>
            <a:ext cx="2854725" cy="1019545"/>
          </a:xfrm>
          <a:prstGeom prst="rect">
            <a:avLst/>
          </a:prstGeom>
        </p:spPr>
      </p:pic>
      <p:pic>
        <p:nvPicPr>
          <p:cNvPr id="51" name="그림 5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36985E-B023-9DF2-5103-C4B7B102E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272" y="5854454"/>
            <a:ext cx="2807769" cy="928723"/>
          </a:xfrm>
          <a:prstGeom prst="rect">
            <a:avLst/>
          </a:prstGeom>
        </p:spPr>
      </p:pic>
      <p:pic>
        <p:nvPicPr>
          <p:cNvPr id="53" name="그림 5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27F33D-C892-C993-5400-16FD21E21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213" y="1699270"/>
            <a:ext cx="2746674" cy="998790"/>
          </a:xfrm>
          <a:prstGeom prst="rect">
            <a:avLst/>
          </a:prstGeom>
        </p:spPr>
      </p:pic>
      <p:pic>
        <p:nvPicPr>
          <p:cNvPr id="55" name="그림 5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65AB5A-BC51-5664-C7E8-7C2EE4DC8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84" y="2752843"/>
            <a:ext cx="2886380" cy="974223"/>
          </a:xfrm>
          <a:prstGeom prst="rect">
            <a:avLst/>
          </a:prstGeom>
        </p:spPr>
      </p:pic>
      <p:pic>
        <p:nvPicPr>
          <p:cNvPr id="57" name="그림 5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926928-5C8A-E560-77ED-B6B2E5F07E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912" y="2759966"/>
            <a:ext cx="2746675" cy="973675"/>
          </a:xfrm>
          <a:prstGeom prst="rect">
            <a:avLst/>
          </a:prstGeom>
        </p:spPr>
      </p:pic>
      <p:pic>
        <p:nvPicPr>
          <p:cNvPr id="59" name="그림 5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4EFE71-E220-75DB-2F93-D4AB5F9793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352" y="2780157"/>
            <a:ext cx="2863249" cy="971802"/>
          </a:xfrm>
          <a:prstGeom prst="rect">
            <a:avLst/>
          </a:prstGeom>
        </p:spPr>
      </p:pic>
      <p:pic>
        <p:nvPicPr>
          <p:cNvPr id="61" name="그림 6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92BF15-9522-B918-A0B0-3B3C228036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416" y="2760844"/>
            <a:ext cx="2849711" cy="1019545"/>
          </a:xfrm>
          <a:prstGeom prst="rect">
            <a:avLst/>
          </a:prstGeom>
        </p:spPr>
      </p:pic>
      <p:pic>
        <p:nvPicPr>
          <p:cNvPr id="63" name="그림 6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9A9BB8-CFD2-F3DE-0037-85B1E12208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693" y="3799978"/>
            <a:ext cx="2849710" cy="1001699"/>
          </a:xfrm>
          <a:prstGeom prst="rect">
            <a:avLst/>
          </a:prstGeom>
        </p:spPr>
      </p:pic>
      <p:pic>
        <p:nvPicPr>
          <p:cNvPr id="65" name="그림 6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62FDE7-1A46-8228-F2DA-ADF754FC31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17" y="3771127"/>
            <a:ext cx="2793865" cy="1005792"/>
          </a:xfrm>
          <a:prstGeom prst="rect">
            <a:avLst/>
          </a:prstGeom>
        </p:spPr>
      </p:pic>
      <p:pic>
        <p:nvPicPr>
          <p:cNvPr id="67" name="그림 6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47F1CD-D248-A7A0-450A-6FE841BB24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122" y="3789066"/>
            <a:ext cx="2854365" cy="1023522"/>
          </a:xfrm>
          <a:prstGeom prst="rect">
            <a:avLst/>
          </a:prstGeom>
        </p:spPr>
      </p:pic>
      <p:pic>
        <p:nvPicPr>
          <p:cNvPr id="69" name="그림 6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D7A218-71DC-55B5-D80B-3E193FED727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917" y="3807437"/>
            <a:ext cx="2685373" cy="986779"/>
          </a:xfrm>
          <a:prstGeom prst="rect">
            <a:avLst/>
          </a:prstGeom>
        </p:spPr>
      </p:pic>
      <p:pic>
        <p:nvPicPr>
          <p:cNvPr id="71" name="그림 7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7B7F94-F2D1-B93E-8361-373BD3013D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72" y="4820980"/>
            <a:ext cx="2849710" cy="951696"/>
          </a:xfrm>
          <a:prstGeom prst="rect">
            <a:avLst/>
          </a:prstGeom>
        </p:spPr>
      </p:pic>
      <p:pic>
        <p:nvPicPr>
          <p:cNvPr id="73" name="그림 7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EC49B0-3550-5D4B-665B-B0441E5D3E8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818" y="4831533"/>
            <a:ext cx="2807769" cy="963210"/>
          </a:xfrm>
          <a:prstGeom prst="rect">
            <a:avLst/>
          </a:prstGeom>
        </p:spPr>
      </p:pic>
      <p:pic>
        <p:nvPicPr>
          <p:cNvPr id="75" name="그림 7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55F46D-2104-86FC-48E5-D712083D5EC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518" y="4838918"/>
            <a:ext cx="2815596" cy="948440"/>
          </a:xfrm>
          <a:prstGeom prst="rect">
            <a:avLst/>
          </a:prstGeom>
        </p:spPr>
      </p:pic>
      <p:pic>
        <p:nvPicPr>
          <p:cNvPr id="77" name="그림 7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43F938-A1FB-4674-FF55-BDA04B402F8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122" y="4849695"/>
            <a:ext cx="2885294" cy="971802"/>
          </a:xfrm>
          <a:prstGeom prst="rect">
            <a:avLst/>
          </a:prstGeom>
        </p:spPr>
      </p:pic>
      <p:pic>
        <p:nvPicPr>
          <p:cNvPr id="79" name="그림 7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52F330-81A5-788E-E4BB-C010DA7078F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52" y="5816737"/>
            <a:ext cx="2763239" cy="970504"/>
          </a:xfrm>
          <a:prstGeom prst="rect">
            <a:avLst/>
          </a:prstGeom>
        </p:spPr>
      </p:pic>
      <p:pic>
        <p:nvPicPr>
          <p:cNvPr id="81" name="그림 8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6B5C4A-75BA-A349-52CD-B66D703289F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122" y="5840113"/>
            <a:ext cx="2849711" cy="969012"/>
          </a:xfrm>
          <a:prstGeom prst="rect">
            <a:avLst/>
          </a:prstGeom>
        </p:spPr>
      </p:pic>
      <p:pic>
        <p:nvPicPr>
          <p:cNvPr id="83" name="그림 8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DAAABC-EA17-9A14-9CEE-C27B258D528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024" y="5848242"/>
            <a:ext cx="2849710" cy="97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8F9E0-EB51-92C0-0FC0-44C7F275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2E28B5-4C1B-CD74-A36D-1E60F900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FFBD6-B5E7-F60C-F8ED-2049964B4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87" y="1165684"/>
            <a:ext cx="10515600" cy="5283506"/>
          </a:xfrm>
        </p:spPr>
        <p:txBody>
          <a:bodyPr/>
          <a:lstStyle/>
          <a:p>
            <a:r>
              <a:rPr lang="en-US" altLang="ko-KR" dirty="0"/>
              <a:t>Large – successful for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samples</a:t>
            </a:r>
            <a:endParaRPr lang="ko-KR" altLang="en-US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83B471-A61C-7EA1-5A2E-49C5ACE02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295" y="2250259"/>
            <a:ext cx="6380880" cy="3422191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89D0B9-752C-617D-BC9A-2D94530E3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82" y="2250259"/>
            <a:ext cx="4834508" cy="1464468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7467C9-6F3E-7707-EEBB-2C5C463B9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71"/>
          <a:stretch>
            <a:fillRect/>
          </a:stretch>
        </p:blipFill>
        <p:spPr>
          <a:xfrm>
            <a:off x="292825" y="3916849"/>
            <a:ext cx="4996636" cy="142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9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52AC1-C0D1-F425-A421-B28723E66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B81BC-042D-6222-0411-0D3C6F17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BF047E-CC3F-C846-8B04-835B5879D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07" y="1184381"/>
            <a:ext cx="10515600" cy="5283506"/>
          </a:xfrm>
        </p:spPr>
        <p:txBody>
          <a:bodyPr/>
          <a:lstStyle/>
          <a:p>
            <a:r>
              <a:rPr lang="en-US" altLang="ko-KR" dirty="0"/>
              <a:t>Time</a:t>
            </a:r>
            <a:endParaRPr lang="ko-KR" altLang="en-US" dirty="0"/>
          </a:p>
        </p:txBody>
      </p:sp>
      <p:pic>
        <p:nvPicPr>
          <p:cNvPr id="6" name="그림 5" descr="텍스트, 스크린샷, 폰트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E69F4D-5911-A30B-2FDE-022E819F5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02" y="1651519"/>
            <a:ext cx="1829704" cy="4472612"/>
          </a:xfrm>
          <a:prstGeom prst="rect">
            <a:avLst/>
          </a:prstGeom>
        </p:spPr>
      </p:pic>
      <p:pic>
        <p:nvPicPr>
          <p:cNvPr id="9" name="그림 8" descr="텍스트, 스크린샷, 폰트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B6FF1-7884-DC5A-1108-401E180E6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211" y="1651519"/>
            <a:ext cx="1795352" cy="4388638"/>
          </a:xfrm>
          <a:prstGeom prst="rect">
            <a:avLst/>
          </a:prstGeom>
        </p:spPr>
      </p:pic>
      <p:pic>
        <p:nvPicPr>
          <p:cNvPr id="11" name="그림 10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2B676D-F89B-5017-78B4-6B56B8327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247" y="1651519"/>
            <a:ext cx="1829704" cy="4472612"/>
          </a:xfrm>
          <a:prstGeom prst="rect">
            <a:avLst/>
          </a:prstGeom>
        </p:spPr>
      </p:pic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3D30AB37-EAED-3875-5320-7D0D090FB03E}"/>
              </a:ext>
            </a:extLst>
          </p:cNvPr>
          <p:cNvSpPr/>
          <p:nvPr/>
        </p:nvSpPr>
        <p:spPr>
          <a:xfrm>
            <a:off x="9378988" y="1073020"/>
            <a:ext cx="2189005" cy="1156998"/>
          </a:xfrm>
          <a:prstGeom prst="wedgeRectCallout">
            <a:avLst>
              <a:gd name="adj1" fmla="val -54655"/>
              <a:gd name="adj2" fmla="val 8735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Only 6 samples due to difference of performance between workers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0FDBE-28B7-0925-175D-05CB3D8C90E8}"/>
              </a:ext>
            </a:extLst>
          </p:cNvPr>
          <p:cNvSpPr txBox="1"/>
          <p:nvPr/>
        </p:nvSpPr>
        <p:spPr>
          <a:xfrm>
            <a:off x="2617995" y="6270433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Small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183C6B-ABB3-47F2-5004-1602F76AF5AA}"/>
              </a:ext>
            </a:extLst>
          </p:cNvPr>
          <p:cNvSpPr txBox="1"/>
          <p:nvPr/>
        </p:nvSpPr>
        <p:spPr>
          <a:xfrm>
            <a:off x="5142028" y="627043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Big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F23872-7FB4-FA6A-70D6-9BB779A5CD7D}"/>
              </a:ext>
            </a:extLst>
          </p:cNvPr>
          <p:cNvSpPr txBox="1"/>
          <p:nvPr/>
        </p:nvSpPr>
        <p:spPr>
          <a:xfrm>
            <a:off x="7499240" y="6264215"/>
            <a:ext cx="756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Large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242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80F5-6B8B-FF63-701A-AA61AFBB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E1097-2BD1-ADCE-4E78-366E5659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Fault tolerance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CD7EDC-4C61-CF32-16D1-CB5E1862C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87" y="1165684"/>
            <a:ext cx="10515600" cy="5283506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1604E1-139A-176A-90DB-E36707B6F8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" t="80777" r="-109" b="-1736"/>
          <a:stretch>
            <a:fillRect/>
          </a:stretch>
        </p:blipFill>
        <p:spPr bwMode="auto">
          <a:xfrm>
            <a:off x="1808742" y="3429000"/>
            <a:ext cx="8574516" cy="259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237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BC275-8B39-B1A2-C25F-6FC784F1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169E1-053C-6B06-78D3-17CC723F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Difficulties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05CE36-4D15-0068-876A-03C321D86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87" y="1231641"/>
            <a:ext cx="10515600" cy="5217549"/>
          </a:xfrm>
        </p:spPr>
        <p:txBody>
          <a:bodyPr/>
          <a:lstStyle/>
          <a:p>
            <a:r>
              <a:rPr lang="en-US" altLang="ko-KR" dirty="0"/>
              <a:t>Test environment</a:t>
            </a:r>
          </a:p>
          <a:p>
            <a:pPr lvl="1"/>
            <a:r>
              <a:rPr lang="en-US" altLang="ko-KR" dirty="0"/>
              <a:t>Too many used the same VM server at the same time</a:t>
            </a:r>
          </a:p>
          <a:p>
            <a:pPr lvl="1"/>
            <a:r>
              <a:rPr lang="en-US" altLang="ko-KR" dirty="0"/>
              <a:t>Hard to execute the test (data size &amp; number of workers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↑)</a:t>
            </a:r>
            <a:endParaRPr lang="en-US" altLang="ko-KR" dirty="0"/>
          </a:p>
          <a:p>
            <a:r>
              <a:rPr lang="en-US" altLang="ko-KR" dirty="0"/>
              <a:t>Dataset</a:t>
            </a:r>
          </a:p>
          <a:p>
            <a:pPr lvl="1"/>
            <a:r>
              <a:rPr lang="en-US" altLang="ko-KR" dirty="0"/>
              <a:t>Sorting didn’t work well when moving from self-made dataset to the given one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761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1541</TotalTime>
  <Words>152</Words>
  <Application>Microsoft Office PowerPoint</Application>
  <PresentationFormat>와이드스크린</PresentationFormat>
  <Paragraphs>42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Final Presentation</vt:lpstr>
      <vt:lpstr>Final Architecture</vt:lpstr>
      <vt:lpstr>Implementation</vt:lpstr>
      <vt:lpstr>How to run the program</vt:lpstr>
      <vt:lpstr>How to run the program</vt:lpstr>
      <vt:lpstr>Result</vt:lpstr>
      <vt:lpstr>Result</vt:lpstr>
      <vt:lpstr>Result</vt:lpstr>
      <vt:lpstr>Result</vt:lpstr>
      <vt:lpstr>Fault tolerance</vt:lpstr>
      <vt:lpstr>Difficulties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siwan Jin</dc:creator>
  <cp:lastModifiedBy>siwan Jin</cp:lastModifiedBy>
  <cp:revision>23</cp:revision>
  <dcterms:created xsi:type="dcterms:W3CDTF">2025-11-16T12:50:29Z</dcterms:created>
  <dcterms:modified xsi:type="dcterms:W3CDTF">2025-12-09T02:52:25Z</dcterms:modified>
</cp:coreProperties>
</file>