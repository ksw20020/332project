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47F11-78CE-484F-956B-A73DAD845E7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1974D-6BEA-47F2-A61A-8BD48F087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1974D-6BEA-47F2-A61A-8BD48F0874E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06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243E0-C7AA-D36A-9977-614230FC4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A507E2-5E23-7CFD-F964-A58BA3BE5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809BAF-5DB6-3368-E9D7-AD7E72BD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1971C-E48A-02A4-3178-F3C3BB1A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2501D-80A9-BD1A-FB89-F1EEAEF0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8CAF2-A0D1-4D01-3253-3459E55B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31F73-60C4-A51B-5BF9-6B9FE094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A5A36-18DA-9866-A3D3-4EC4EB8A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E14B2-3421-7797-B3DA-5812B05E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FE211-9B54-B9F1-A460-8804CFD5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9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57140-8C39-9A62-FD36-DD8EA73B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220CFA-C62B-3CEE-EE9A-9126A59AC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D45CD-F494-608B-701A-607FB567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4202E-AA11-BADD-FFC9-B5F995AF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B13966-45FE-8EDC-20B6-FF156845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81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7098F-4388-C0B2-0267-75C13D78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5C589-6451-60C1-08FA-328DC1803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D82BAA-24A0-692E-D4A6-85F9358A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B427C-2603-25A9-FF73-6C3BA0A1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F4F653-EA2D-135A-E6CD-85728244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DBBE9-D7C2-9DBF-709C-2323A3A1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97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88C2D-2EBA-E383-01D2-BAE75651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8362BA-7BE9-0F45-BB2B-E664E16FA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E9D67-D04B-A59D-B2A6-734325DAF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015B74-951D-9B76-4EA0-EC144F179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7420E3-FEE3-DA7A-16A1-BC49102DD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8E8939-1609-2ACB-6D13-873B27D7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97E7D0-0BB9-D9AA-4F6E-5D9BA6CC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3EE5DB-8632-1432-CCED-EC2A113C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1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A846D-55AF-ED2D-BB89-4373CFE2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884264-7900-3C6C-56D7-36A883DC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E5E1DD-49EE-18B7-C5B9-E35CB5C5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51F018-615F-7681-746B-7E78327A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28AE85-CD81-B898-F1AB-DC6331AF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7864FA-D837-6576-BF3C-4B859977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610CD-FE19-F030-CEA6-652C1C49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20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78744-1D29-9CB5-08EB-99104580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CF044-59F5-27E2-D5C1-997796B6B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2A4CA-62D9-895C-0D7B-DF697093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79B04-0813-F936-86ED-55A0399D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5F8BE6-3C69-4753-93F8-133160E9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154BB4-A3CF-2D45-681E-0CEA4D6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9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465A9-5D69-29A7-45F3-AF93D9AF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043B0B-EAA3-5981-5167-B610C65AC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0B9086-A569-1507-2982-F32BA8E81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A26CAD-F5FA-CD45-7FE0-AB1FE367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9CFD4-B346-1364-59A4-58528F39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A17D43-75A2-FC7E-8FEA-34FAD07C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53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4D180-A694-506B-ADFA-BDAC45E8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3BE8F4-A09A-C891-2B67-5A6292B2E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F1D6E-28EC-EE88-1CB8-5A092AC0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2A1F0-E8BC-0881-F5E1-75DA9ACD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AD8DC-CDCC-C75D-8243-9495DED0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17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55ABC2-D56E-3F2E-77DF-BCFF55819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A59368-4810-0E44-9EEE-7734E9F9C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7A066-26F7-BE79-6E73-DC0D883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80C26-C801-A214-9800-99FB6619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8FD8E-4E32-28E0-6CBA-02672B45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84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59A3F2-598D-F107-77E7-91E1B0D5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28DFFA-3918-0912-834F-F87B25A29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57702-DA40-2F2F-51A6-A7837FB1D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DE455-6D24-4FC7-9983-73843FC27B8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4E090-77C6-C903-8A77-C4EE00921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54CA1D-867E-82B2-6CD9-B2A5B7569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5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A607A-3E9F-D712-5152-5CE7C39B5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9373"/>
          </a:xfrm>
        </p:spPr>
        <p:txBody>
          <a:bodyPr/>
          <a:lstStyle/>
          <a:p>
            <a:r>
              <a:rPr lang="en-US" altLang="ko-KR" dirty="0"/>
              <a:t>Progress Presentation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127BFB-552D-B2A0-AA37-BD954C705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Siwan Jin</a:t>
            </a:r>
          </a:p>
          <a:p>
            <a:r>
              <a:rPr lang="en-US" altLang="ko-KR" dirty="0" err="1"/>
              <a:t>Sungwon</a:t>
            </a:r>
            <a:r>
              <a:rPr lang="en-US" altLang="ko-KR" dirty="0"/>
              <a:t> Kim</a:t>
            </a:r>
          </a:p>
          <a:p>
            <a:r>
              <a:rPr lang="en-US" altLang="ko-KR" dirty="0" err="1"/>
              <a:t>Donguk</a:t>
            </a:r>
            <a:r>
              <a:rPr lang="en-US" altLang="ko-KR" dirty="0"/>
              <a:t> Chae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81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1D960-0D62-10D6-D536-B472DF0C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031C6-1E7B-C07A-AC67-7A31A9F06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Weekly progress review</a:t>
            </a:r>
          </a:p>
          <a:p>
            <a:r>
              <a:rPr lang="en-US" altLang="ko-KR" dirty="0"/>
              <a:t>Design</a:t>
            </a:r>
          </a:p>
          <a:p>
            <a:r>
              <a:rPr lang="en-US" altLang="ko-KR" dirty="0"/>
              <a:t>Details</a:t>
            </a:r>
          </a:p>
          <a:p>
            <a:r>
              <a:rPr lang="en-US" altLang="ko-KR" dirty="0"/>
              <a:t>Logistics</a:t>
            </a:r>
          </a:p>
          <a:p>
            <a:r>
              <a:rPr lang="en-US" altLang="ko-KR" dirty="0"/>
              <a:t>Progress</a:t>
            </a:r>
          </a:p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796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DCBF8-F746-5610-562F-EEEF4BF9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Weekly progress review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0B023EE-8B61-223A-3A09-66A5A4CEE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31" y="1690688"/>
            <a:ext cx="4528779" cy="24173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814E0A-DE2D-0AFF-97BC-344F85F2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573" y="1759744"/>
            <a:ext cx="5147454" cy="40238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D59572-5E35-EA9C-066F-0838B1441C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"/>
          <a:stretch>
            <a:fillRect/>
          </a:stretch>
        </p:blipFill>
        <p:spPr>
          <a:xfrm>
            <a:off x="8031637" y="1621631"/>
            <a:ext cx="4046426" cy="41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8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219A0F-FCC1-6C75-41FB-15B7FD953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451" y="-3494"/>
            <a:ext cx="8518100" cy="686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19F2900-E016-D670-55EC-08C9FBFA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29" y="172717"/>
            <a:ext cx="10671928" cy="713402"/>
          </a:xfrm>
        </p:spPr>
        <p:txBody>
          <a:bodyPr/>
          <a:lstStyle/>
          <a:p>
            <a:r>
              <a:rPr lang="en-US" altLang="ko-KR" dirty="0"/>
              <a:t>Design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49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075B-9921-CA97-81C2-642601AE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697BC06-5725-6F19-509F-8B8963108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157" y="0"/>
            <a:ext cx="943451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4EE18A8-BB7C-B60A-C5EA-96DFA3C8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29" y="172717"/>
            <a:ext cx="10671928" cy="713402"/>
          </a:xfrm>
        </p:spPr>
        <p:txBody>
          <a:bodyPr/>
          <a:lstStyle/>
          <a:p>
            <a:r>
              <a:rPr lang="en-US" altLang="ko-KR" dirty="0"/>
              <a:t>Design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47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DE28-724D-169D-668C-3803A614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3DFA820-E50E-2C5D-C05A-61FFD02A2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0"/>
            <a:ext cx="475410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2AC54A2-14A9-CEAA-AE9C-48C8DD33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29" y="172717"/>
            <a:ext cx="10671928" cy="713402"/>
          </a:xfrm>
        </p:spPr>
        <p:txBody>
          <a:bodyPr/>
          <a:lstStyle/>
          <a:p>
            <a:r>
              <a:rPr lang="en-US" altLang="ko-KR" dirty="0"/>
              <a:t>Design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909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A53E3-CF83-D4BA-1F97-3D8484E3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/>
          <a:lstStyle/>
          <a:p>
            <a:r>
              <a:rPr lang="en-US" altLang="ko-KR" dirty="0"/>
              <a:t>Details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0FFF7D-5E93-1DD6-B2BD-3055793A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24" y="1280491"/>
            <a:ext cx="9923834" cy="530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CE49-53A6-A9FD-BA4E-8F0C947A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ABAAF-E482-71D1-62F4-44D3747A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/>
          <a:lstStyle/>
          <a:p>
            <a:r>
              <a:rPr lang="en-US" altLang="ko-KR" dirty="0"/>
              <a:t>Details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9BA061-7EAC-12E2-A1FB-2CBE1F62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87" y="5890849"/>
            <a:ext cx="9343631" cy="610930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9FF978-1335-28FD-DCF5-C7DD45B20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57" r="19887" b="1"/>
          <a:stretch>
            <a:fillRect/>
          </a:stretch>
        </p:blipFill>
        <p:spPr>
          <a:xfrm>
            <a:off x="91074" y="1197829"/>
            <a:ext cx="6175902" cy="43194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D0F41C3-1A74-1A05-8828-EA471754E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02" y="1036948"/>
            <a:ext cx="5667527" cy="45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C2F54-C539-0D37-662A-C11AD6D2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Logistics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1E7379-69A1-F4ED-8FC3-82764021B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66ECA9-B074-CED5-6B33-DB755DA4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020" y="1380066"/>
            <a:ext cx="8628238" cy="51128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DEB0E8-37B2-DDA2-9F5E-86E3F8EA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11" y="5006413"/>
            <a:ext cx="1991231" cy="960476"/>
          </a:xfrm>
          <a:prstGeom prst="rect">
            <a:avLst/>
          </a:prstGeom>
        </p:spPr>
      </p:pic>
      <p:pic>
        <p:nvPicPr>
          <p:cNvPr id="1026" name="Picture 2" descr="Discord - Download and install on Windows | Microsoft Store">
            <a:extLst>
              <a:ext uri="{FF2B5EF4-FFF2-40B4-BE49-F238E27FC236}">
                <a16:creationId xmlns:a16="http://schemas.microsoft.com/office/drawing/2014/main" id="{294694EC-B218-E1B8-4927-57376A098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04" y="1823027"/>
            <a:ext cx="758072" cy="75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카카오톡 - 나무위키">
            <a:extLst>
              <a:ext uri="{FF2B5EF4-FFF2-40B4-BE49-F238E27FC236}">
                <a16:creationId xmlns:a16="http://schemas.microsoft.com/office/drawing/2014/main" id="{0BD0AE90-74C2-7435-57A3-A2CA359D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065" y="1984493"/>
            <a:ext cx="758072" cy="75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7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27605-E71B-35F3-36B4-ECE8CE69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Progress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A0B845-03A9-2312-F7FA-8136F579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296" y="1756676"/>
            <a:ext cx="3872504" cy="44130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BA9050-46B5-2E44-0938-EB2AEB7F8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87" y="2361754"/>
            <a:ext cx="6458795" cy="25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5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DD62-47EF-C8B6-F9C2-C39F0818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D7B9D-233E-D2DF-DCBA-E996BB75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Progress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106BE86-DB73-84A6-74DF-EC12005CC361}"/>
              </a:ext>
            </a:extLst>
          </p:cNvPr>
          <p:cNvGrpSpPr/>
          <p:nvPr/>
        </p:nvGrpSpPr>
        <p:grpSpPr>
          <a:xfrm>
            <a:off x="1023251" y="3762106"/>
            <a:ext cx="2667372" cy="2483198"/>
            <a:chOff x="1274858" y="3837521"/>
            <a:chExt cx="2667372" cy="248319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B87172C-EDCF-4C30-6A63-033B5BC2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4858" y="3837521"/>
              <a:ext cx="2667372" cy="210531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560C3-670C-A38D-0DE0-FB73028DBF32}"/>
                </a:ext>
              </a:extLst>
            </p:cNvPr>
            <p:cNvSpPr txBox="1"/>
            <p:nvPr/>
          </p:nvSpPr>
          <p:spPr>
            <a:xfrm>
              <a:off x="1989056" y="5951387"/>
              <a:ext cx="945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Sorting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54D32F-4AD2-3452-DBDC-7200A059F9F7}"/>
              </a:ext>
            </a:extLst>
          </p:cNvPr>
          <p:cNvGrpSpPr/>
          <p:nvPr/>
        </p:nvGrpSpPr>
        <p:grpSpPr>
          <a:xfrm>
            <a:off x="4493999" y="906613"/>
            <a:ext cx="2215467" cy="5598772"/>
            <a:chOff x="4493999" y="906613"/>
            <a:chExt cx="2215467" cy="559877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081CEE0-325A-8DE6-05DB-D4A5C840A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3999" y="906613"/>
              <a:ext cx="2215467" cy="504477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AD1D37-D69F-8155-05EE-C76150F4A2D6}"/>
                </a:ext>
              </a:extLst>
            </p:cNvPr>
            <p:cNvSpPr txBox="1"/>
            <p:nvPr/>
          </p:nvSpPr>
          <p:spPr>
            <a:xfrm>
              <a:off x="5152637" y="6136053"/>
              <a:ext cx="1156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Sampling</a:t>
              </a:r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E47D90D-8532-090E-38F1-86DE1AC90D13}"/>
              </a:ext>
            </a:extLst>
          </p:cNvPr>
          <p:cNvGrpSpPr/>
          <p:nvPr/>
        </p:nvGrpSpPr>
        <p:grpSpPr>
          <a:xfrm>
            <a:off x="7855134" y="85534"/>
            <a:ext cx="3414589" cy="6699442"/>
            <a:chOff x="7855134" y="85534"/>
            <a:chExt cx="3414589" cy="669944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EADBDEF-E0C5-B503-2ED7-8D26170BB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16219" y="85534"/>
              <a:ext cx="2600923" cy="623518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058111-5EEF-B2B8-271B-E11D234FF1A1}"/>
                </a:ext>
              </a:extLst>
            </p:cNvPr>
            <p:cNvSpPr txBox="1"/>
            <p:nvPr/>
          </p:nvSpPr>
          <p:spPr>
            <a:xfrm>
              <a:off x="7855134" y="6415644"/>
              <a:ext cx="3414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Worker-worker communication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53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529AA-6694-423C-1568-B2A33C648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Q&amp;A</a:t>
            </a:r>
            <a:endParaRPr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98974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38</Words>
  <Application>Microsoft Office PowerPoint</Application>
  <PresentationFormat>와이드스크린</PresentationFormat>
  <Paragraphs>29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Progress Presentation</vt:lpstr>
      <vt:lpstr>Overview</vt:lpstr>
      <vt:lpstr>Weekly progress review</vt:lpstr>
      <vt:lpstr>Design</vt:lpstr>
      <vt:lpstr>Design</vt:lpstr>
      <vt:lpstr>Design</vt:lpstr>
      <vt:lpstr>Details</vt:lpstr>
      <vt:lpstr>Details</vt:lpstr>
      <vt:lpstr>Logistics</vt:lpstr>
      <vt:lpstr>Progress</vt:lpstr>
      <vt:lpstr>Progress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siwan Jin</dc:creator>
  <cp:lastModifiedBy>siwan Jin</cp:lastModifiedBy>
  <cp:revision>7</cp:revision>
  <dcterms:created xsi:type="dcterms:W3CDTF">2025-11-16T12:50:29Z</dcterms:created>
  <dcterms:modified xsi:type="dcterms:W3CDTF">2025-11-17T08:42:44Z</dcterms:modified>
</cp:coreProperties>
</file>